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29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4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0040"/>
            <a:ext cx="760726" cy="676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170432"/>
            <a:ext cx="2377440" cy="27432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OPERACIONAL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" y="1572768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Descarga com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Chapa Indicado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13232" y="36118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Análise, Conferência e Alocação de Ajudantes por Cliente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33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NO MESMO DIA — ZERO DIVERGÊNCIA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49440" y="1005840"/>
            <a:ext cx="1920240" cy="3657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0" y="1005840"/>
            <a:ext cx="19202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1704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94944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mapeados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49440" y="20391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49440" y="25328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obrigatórios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49440" y="29077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94944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distintos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49440" y="37764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949440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universal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3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Descarga com Chapa Indicado?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próprio cliente informa quem deve ser alocado na tarefa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13716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nesta modalidade?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tarefas de Descarga com Chapa Indicado, o cliente já define quem será o ajudante antes de a tarefa começar. O analista não faz captação nem BID — sua função é verificar se o ajudante informado está correto no sistema e, quando necessário, criar a tarefa manualmente.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1481328"/>
            <a:ext cx="2971800" cy="1371600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1481328"/>
            <a:ext cx="64008" cy="13716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1554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dados sempre verificar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186537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Nome completo do ajudante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211226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CPF ou telefone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53328" y="235915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Tipo de trabalho correto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53328" y="26060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Valor referente ao pagamento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999232"/>
            <a:ext cx="8595360" cy="914400"/>
          </a:xfrm>
          <a:prstGeom prst="rect">
            <a:avLst/>
          </a:prstGeom>
          <a:solidFill>
            <a:srgbClr val="FFFDE7"/>
          </a:solidFill>
          <a:ln w="19050">
            <a:solidFill>
              <a:srgbClr val="FFF17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999232"/>
            <a:ext cx="64008" cy="9144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090672"/>
            <a:ext cx="8366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11480" y="3310128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realizado no mesmo dia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1480" y="3566160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divergência de cadastro ou alocação incorreta pode gerar prejuízos financeiros e retrabalho operacional. Confirme sempre antes de finalizar.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404164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41148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 — Cliente lança a tarefa + informa ajudante: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3525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dados → Alocar ajudante correto → Finalizar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480560" y="4114800"/>
            <a:ext cx="9144" cy="47548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17720" y="41148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B — Analista cria a tarefa manualmente (CNPJ):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17720" y="43525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tarefa → Selecionar tipo → Vincular ajudante → Finalizar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Revalle Ambev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de alocação de chapa indicado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179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REVALLE AMBEV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 — cliente lança + informa via grupo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1956816"/>
            <a:ext cx="32004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56816"/>
            <a:ext cx="32004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0482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atendidas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395728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23591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Beira Rio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2706624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26700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Juazeiro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3017520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29809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Afonso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1480" y="3328416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" y="3291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Serrinha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3639312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" y="36027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Alagoinhas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3950208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" y="3913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Pombal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4261104"/>
            <a:ext cx="128016" cy="12801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" y="42245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Bonfim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39312" y="1956816"/>
            <a:ext cx="523036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639312" y="1956816"/>
            <a:ext cx="5230368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76472" y="204825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776472" y="2377440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776472" y="237744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867912" y="251460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67912" y="2514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160520" y="2468880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realiza o lançamento da tarefa (Diária e Alimentação).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776472" y="2944368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776472" y="2944368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67912" y="308152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67912" y="3081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160520" y="3035808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no grupo: Nome do ajudante + CPF ou telefone.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776472" y="3511296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776472" y="3511296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867912" y="3648456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67912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160520" y="3602736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 conferência dos dados no sistema.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776472" y="4078224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776472" y="4078224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867912" y="421538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867912" y="42153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160520" y="4169664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Alocar o ajudante correto na tarefa correspondente.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51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52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30DAB248-2255-EF29-A7AD-D5A7DAD77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Mantiqueira Rio e Mantiqueira Guarulhos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rede, procedimentos distintos para cada unidade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179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MANTIQUEIRA RIO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 — cliente lança + envia planilha Excel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1956816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56816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093976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8368" y="2048256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lança a tarefa no sistema.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54203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542032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679192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679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" y="2633472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planilha Excel com os ajudantes que devem ser vinculados.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12724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127248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26440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264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" y="3218688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se o ajudante alocado é exatamente o mesmo da planilha.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712464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712464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384962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849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58368" y="3803904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todos os nomes da planilha antes de concluir a análise.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4407408"/>
            <a:ext cx="8595360" cy="384048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440740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44074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MANTIQUEIRA GUARULHOS — procedimento detalhado no slide seguinte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35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C897579-A4A6-DA60-1EB9-2D54CC8A0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Dunas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fluxos distintos por unidade — atenção ao procedimento de cada cidade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347472"/>
          </a:xfrm>
          <a:prstGeom prst="rect">
            <a:avLst/>
          </a:prstGeom>
          <a:solidFill>
            <a:srgbClr val="F2F1EF"/>
          </a:solidFill>
          <a:ln w="9525">
            <a:solidFill>
              <a:srgbClr val="E5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4813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 Aracati  •  Quixeramobim  •  Tauá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416052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416052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ARACATI — Fluxo 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" y="234086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" y="2340864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" y="247802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2478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68096" y="24323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lança as tarefas no sistema.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" y="2999232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84048" y="2999232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3136392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68096" y="309067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planilha com os ajudantes indicados.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84048" y="365760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" y="365760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" y="379476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68096" y="374904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e vincular os ajudantes conforme informado.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1920240"/>
            <a:ext cx="4160520" cy="298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1920240"/>
            <a:ext cx="4160520" cy="640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QUIXERAMOBIM / TAUÁ — Fluxo B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18888" y="234086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18888" y="2340864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10328" y="247802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10328" y="2478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02936" y="24323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planilha com os ajudantes.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818888" y="2999232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18888" y="2999232"/>
            <a:ext cx="45720" cy="5303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10328" y="3136392"/>
            <a:ext cx="219456" cy="21945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10328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202936" y="309067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cria a tarefa manualmente usando o CNPJ informado.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818888" y="365760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818888" y="365760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10328" y="379476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10328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202936" y="374904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obrigatoriamente o tipo de trabalho: Descarga.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818888" y="4315968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10328" y="445312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10328" y="4453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202936" y="44074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os ajudantes conforme a planilha recebida.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818888" y="2999232"/>
            <a:ext cx="3931920" cy="530352"/>
          </a:xfrm>
          <a:prstGeom prst="rect">
            <a:avLst/>
          </a:prstGeom>
          <a:solidFill>
            <a:srgbClr val="FFFDE7"/>
          </a:solidFill>
          <a:ln w="12700">
            <a:solidFill>
              <a:srgbClr val="FFF17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818888" y="2999232"/>
            <a:ext cx="45720" cy="5303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910328" y="3154680"/>
            <a:ext cx="219456" cy="21945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910328" y="3154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193792" y="30906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cria a tarefa manualmente usando o CNPJ informado.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818888" y="234086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4818888" y="2340864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910328" y="247802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910328" y="2478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202936" y="24323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envia planilha com os ajudantes.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818888" y="365760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4818888" y="365760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910328" y="379476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910328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202936" y="374904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obrigatoriamente o tipo de trabalho: Descarga.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818888" y="4261104"/>
            <a:ext cx="3931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4818888" y="4261104"/>
            <a:ext cx="45719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910328" y="439826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910328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5202936" y="435254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os ajudantes conforme a planilha recebida.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71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8D2B9506-41E7-F2CD-FB98-D5A78807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OQC e RFK Beverage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de conferência e finalização de chapa indicado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179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OQC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 — dados na descrição + recibo exigido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1956816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56816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093976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8368" y="2048256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lança a tarefa no sistema.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48716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487168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62432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" y="2578608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do ajudante estão presentes no corpo da tarefa.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0175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01752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15468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154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" y="3108960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 conferência dos dados.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54787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547872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3685032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685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58368" y="3639312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a tarefa e solicitar aprovação.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4078224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4078224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5760" y="421538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42153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58368" y="4169664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o recibo juntamente com o ID da tarefa no grupo do cliente.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74320" y="4626864"/>
            <a:ext cx="8595360" cy="1828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" y="4672584"/>
            <a:ext cx="859536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" y="467258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RFK BEVERAGE — Fluxo A idêntico ao OQC: cliente lança → dados na descrição → conferir → finalizar (sem exigência de recibo).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40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DC46A340-BD6B-C5C8-E02D-A64E2C6AB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Nutrien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especial — tipo de trabalho obrigatório e markup de recálculo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179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NUTRIEN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 com atenção especial no tipo de trabalho e markup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1956816"/>
            <a:ext cx="8595360" cy="960120"/>
          </a:xfrm>
          <a:prstGeom prst="rect">
            <a:avLst/>
          </a:prstGeom>
          <a:solidFill>
            <a:srgbClr val="FFFDE7"/>
          </a:solidFill>
          <a:ln w="19050">
            <a:solidFill>
              <a:srgbClr val="FFF17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956816"/>
            <a:ext cx="64008" cy="9601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048256"/>
            <a:ext cx="8366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11480" y="2267712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trabalho OBRIGATÓRIO: "Descarga com Chapa Indicado"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2523744"/>
            <a:ext cx="8366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tipo de trabalho estiver incorreto, alterar para "Descarga com Chapa Indicado" e recalcular o markup: Valor × 1,24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2990088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990088"/>
            <a:ext cx="45720" cy="5120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136392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" y="3063240"/>
            <a:ext cx="3685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lança a tarefa no sistema.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3557016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557016"/>
            <a:ext cx="45720" cy="5120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70332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" y="3630168"/>
            <a:ext cx="3685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do ajudante estão presentes na descrição da tarefa.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4123944"/>
            <a:ext cx="4160520" cy="512064"/>
          </a:xfrm>
          <a:prstGeom prst="rect">
            <a:avLst/>
          </a:prstGeom>
          <a:solidFill>
            <a:srgbClr val="FFFDE7"/>
          </a:solidFill>
          <a:ln w="12700">
            <a:solidFill>
              <a:srgbClr val="FFF17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4123944"/>
            <a:ext cx="45720" cy="5120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4270248"/>
            <a:ext cx="219456" cy="21945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270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58368" y="4197096"/>
            <a:ext cx="3685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o tipo de trabalho — deve ser obrigatoriamente "Descarga com Chapa Indicado".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09160" y="2990088"/>
            <a:ext cx="4160520" cy="512064"/>
          </a:xfrm>
          <a:prstGeom prst="rect">
            <a:avLst/>
          </a:prstGeom>
          <a:solidFill>
            <a:srgbClr val="FFFDE7"/>
          </a:solidFill>
          <a:ln w="12700">
            <a:solidFill>
              <a:srgbClr val="FFF17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2990088"/>
            <a:ext cx="45720" cy="5120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00600" y="3136392"/>
            <a:ext cx="219456" cy="21945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0060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093208" y="3063240"/>
            <a:ext cx="3685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incorreto: alterar o tipo de trabalho e recalcular o markup (Valor × 1,24).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09160" y="3557016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09160" y="3557016"/>
            <a:ext cx="45720" cy="5120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800600" y="370332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00600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093208" y="3630168"/>
            <a:ext cx="3685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lista de presença no grupo do cliente.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709160" y="4123944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09160" y="4123944"/>
            <a:ext cx="45720" cy="5120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00600" y="427024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00600" y="4270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093208" y="4197096"/>
            <a:ext cx="3685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Anexar a lista de presença na tarefa antes de finalizar.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Markup:  Valor × 1,24  —  aplicar sempre que o tipo de trabalho for corrigido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48" name="Image 1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983480"/>
            <a:ext cx="1143000" cy="402336"/>
          </a:xfrm>
          <a:prstGeom prst="rect">
            <a:avLst/>
          </a:prstGeom>
        </p:spPr>
      </p:pic>
      <p:pic>
        <p:nvPicPr>
          <p:cNvPr id="49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F1CD748A-39CA-F7EF-FAA7-CD35ABBE2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Três Corações e Baterias Moura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padrão — dados na descrição ou via grupo do cliente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416052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087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TRÊS CORAÇÕES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71907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 — dados na descrição da tarefa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09160" y="1481328"/>
            <a:ext cx="416052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48132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5087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BATERIAS MOURA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719072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Moura Juazeiro/BA — ajudante via grupo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74320" y="1956816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1956816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093976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8368" y="2048256"/>
            <a:ext cx="3685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lança a tarefa.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267004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670048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280720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58368" y="2761488"/>
            <a:ext cx="3685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do ajudante estão disponíveis no corpo da tarefa.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38328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38328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352044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520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58368" y="3474720"/>
            <a:ext cx="3685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os dados e finalizar a análise.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1956816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1956816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00600" y="2093976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93208" y="2048256"/>
            <a:ext cx="3685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lança a tarefa no sistema.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09160" y="267004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709160" y="2670048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00600" y="280720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0600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093208" y="2761488"/>
            <a:ext cx="3685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informa no grupo o ajudante referente à tarefa.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09160" y="338328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09160" y="338328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800600" y="352044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0600" y="3520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093208" y="3474720"/>
            <a:ext cx="3685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os dados e realizar a alocação correta.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46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4CBFBFDC-A064-7D11-9A57-96816EC52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Mantiqueira Guarulhos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de chapa indicado — dados na descrição da tarefa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481328"/>
            <a:ext cx="859536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81328"/>
            <a:ext cx="64008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179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MANTIQUEIRA GUARULHOS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554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 — cliente lança + dados na descrição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1956816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56816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093976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8368" y="2048256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lança a tarefa no sistema.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5603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560320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697480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697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" y="2651760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do ajudante estão presentes na descrição da tarefa.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163824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163824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300984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3009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" y="3255264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os dados com atenção.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76732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767328"/>
            <a:ext cx="45720" cy="5303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3904488"/>
            <a:ext cx="219456" cy="21945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904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58368" y="3858768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a análise após validação completa.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4389120"/>
            <a:ext cx="8595360" cy="475488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4389120"/>
            <a:ext cx="64008" cy="47548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4453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validar os nomes informados na planilha/descrição antes de concluir — qualquer divergência pode resultar em pagamento incorreto no mesmo dia.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35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58CB090E-6BC8-81AD-0EBD-146A26AC2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2407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286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Checklist Final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Analista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concluir qualquer tarefa de Descarga com Chapa Indicado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901952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901952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019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019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ajudante correto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2560320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560320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ou telefone correspondente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218688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218688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21868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186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trabalho correto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3877056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877056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87705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877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correto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19472" y="1901952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9472" y="1901952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9019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19019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anexados quando exigido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9472" y="2560320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2560320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560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solicitada quando aplicável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19472" y="3218688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3218688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21868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2186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 enviado ao cliente quando necessário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19472" y="3877056"/>
            <a:ext cx="393192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9472" y="3877056"/>
            <a:ext cx="6400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87705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877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divergências entre sistema e informações do cliente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 •  MeuChapa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986</Words>
  <Application>Microsoft Office PowerPoint</Application>
  <PresentationFormat>Apresentação na tela (16:9)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Descarga com Chapa Indicado — Procedimentos por Cliente</dc:title>
  <dc:subject>PptxGenJS Presentation</dc:subject>
  <dc:creator>PptxGenJS</dc:creator>
  <cp:lastModifiedBy>W Design</cp:lastModifiedBy>
  <cp:revision>2</cp:revision>
  <dcterms:created xsi:type="dcterms:W3CDTF">2026-06-08T13:24:19Z</dcterms:created>
  <dcterms:modified xsi:type="dcterms:W3CDTF">2026-06-08T13:40:22Z</dcterms:modified>
</cp:coreProperties>
</file>