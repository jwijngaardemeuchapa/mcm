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228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4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0040"/>
            <a:ext cx="801669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170432"/>
            <a:ext cx="201168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PROCESSO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" y="1572768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Mapeamento de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 SEARA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Tarefas Logísticas — Fluxo Operacional do Analista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|  Processo Atual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49440" y="1005840"/>
            <a:ext cx="1920240" cy="3657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0" y="1005840"/>
            <a:ext cx="19202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1704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22h–00h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944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recebimento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949440" y="2039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49440" y="2532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do processo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949440" y="29077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94944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 ativa (Framento)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49440" y="37764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49440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envolvidos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o processo SEARA?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logística noturna — lançamento e validação de tarefas por rota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1554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SEARA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4708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SEARA é a rotina de lançamento de tarefas logísticas baseada na roteirização enviada diariamente pela SEARA entre 22h e meia-noite. O analista recebe a planilha por e-mail, filtra apenas as transportadoras em atendimento, valida cada endereço contra o Book Logístico do MeuChapa e decide — por tipo de frota — se a tarefa deve ou não ser subida no sistema.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481328"/>
            <a:ext cx="2971800" cy="1554480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1481328"/>
            <a:ext cx="64008" cy="1554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deste documento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18745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Documentar o fluxo completo de lançamento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3328" y="21488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a regra de decisão por tipo de frota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53328" y="242316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Mapear atores e responsabilidades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53328" y="2697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Servir como referência operacional do time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320040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273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Atores-chave do processo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61188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611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Henrique de Freitas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" y="39044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 roteirização via e-mail (22h–00h)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606040" y="3611880"/>
            <a:ext cx="64008" cy="8961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0" y="3611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 Hieda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743200" y="39044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endereços não mapeados via Teams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54880" y="3611880"/>
            <a:ext cx="64008" cy="8961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3611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92040" y="39044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rotas no grupo do 3º Turno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3611880"/>
            <a:ext cx="64008" cy="896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3611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MeuChapa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040880" y="39044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processo e lança as tarefas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32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33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B4B4F30-9EE9-FF52-C9AB-78BB50682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Processo SEARA (AS-IS)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macro das 7 etapas do lançamento de tarefas logísticas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0352" y="1865376"/>
            <a:ext cx="799185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46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346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SEARA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0175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22h–00h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3736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373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46304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46304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1790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51790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Framento apenas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53619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3619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5–10 min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97180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7180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69748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69748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234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Logístico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75234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export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7063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7063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20624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93192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93192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8678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Crachá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98678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× Book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00507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0507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15–30 min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44068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4068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16636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16636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2122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Lançam.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22122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Chapa/Própria/Mista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23951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3951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Imediato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67512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7512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0080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40080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5566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45566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→ Larissa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47395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7395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Variável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90956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095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63524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763524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69010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Finaliz.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Envio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769010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3º Turno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770839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70839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5–10 min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228600" y="4645152"/>
            <a:ext cx="8686800" cy="256032"/>
          </a:xfrm>
          <a:prstGeom prst="rect">
            <a:avLst/>
          </a:prstGeom>
          <a:solidFill>
            <a:srgbClr val="F2F1EF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POR CICLO  •  30–50 min de trabalho ativo por roteirização  •  processo executado uma vez por noite (22h–01h)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6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6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39A84C2C-0740-1247-EE92-8E4402271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1–2: Recebimento da Roteirização e Filtragem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chegada do e-mail à planilha limpa para análise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" y="1664208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5819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a roteirização por e-mail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1856232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562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corporativo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093976" y="182880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enviado diariamente por Renato Henrique de Freitas entre 22h e 00h.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320" y="2258568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258568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" y="24140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2331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a planilha de roteirização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260604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60604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do e-mail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093976" y="25786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o download do arquivo de planilha anexado na mensagem.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3008376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008376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3192" y="3163824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1520" y="30815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planilha e aplicar filtro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3355848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335584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093976" y="332841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a coluna de transportadoras — manter apenas as em atendimento (Framento).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758184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758184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93192" y="3913632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3192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" y="38313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demais transportadoras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1520" y="4105656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410565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093976" y="40782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da visão todas as linhas de rotas de outras transportadoras.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806440" y="1481328"/>
            <a:ext cx="3063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806440" y="1481328"/>
            <a:ext cx="306324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4360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do recebimento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943600" y="1938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Remetente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943600" y="21396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Henrique de Freitas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943600" y="2340864"/>
            <a:ext cx="2743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43600" y="24140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943600" y="26151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22h00 a 00h00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943600" y="2816352"/>
            <a:ext cx="2743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28895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943600" y="30906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em anexo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943600" y="3291840"/>
            <a:ext cx="2743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0" y="33649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 ativa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943600" y="3566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Framento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5943600" y="3767328"/>
            <a:ext cx="2743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943600" y="3840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943600" y="4041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(dias úteis)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274320" y="4645152"/>
            <a:ext cx="5303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46451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5–15 min total das etapas 1–2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58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59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DADB5928-F811-A9FC-E5A7-ABC64E485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3–4: Book Logístico e Cara a Crachá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endereços da roteirização contra a base de clientes mapeados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" y="1664208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5819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Book Logístico do MeuChapa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1856232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562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093976" y="182880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na plataforma e baixar a planilha de clientes logísticos mapeados.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320" y="2258568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258568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" y="24140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2331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planilha de clientes mapeados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260604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60604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MeuChapa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093976" y="25786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planilha localmente para uso na comparação.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3008376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008376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3192" y="3163824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1520" y="30815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rota × clientes mapeados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3355848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335584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093976" y="332841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endereço da roteirização, verificar se está presente no Book Logístico.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758184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758184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93192" y="3913632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3192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" y="38313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endereços encontrados e não-encontrados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1520" y="4105656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410565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093976" y="40782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marcar quais endereços têm correspondência e quais não têm.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806440" y="1481328"/>
            <a:ext cx="3063240" cy="3017520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806440" y="1481328"/>
            <a:ext cx="306324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4360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"Cara a Crachá"?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943600" y="187452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usada internamente para descrever a comparação linha a linha entre a roteirização recebida e os clientes presentes no Book Logístico.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endereço da rota precisa ter um "crachá" — ou seja, precisa estar mapeado no sistema.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mapeamento = não sobe a tarefa até validação.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4320" y="4645152"/>
            <a:ext cx="5303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46451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15–30 min (dependendo do volume da rota)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5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46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A50BBA2D-E5C8-8C6C-7531-1FC498BD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 5: Regra de Lançamento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por tipo de frota — a regra mais crítica do processo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endereço validado no Book Logístico, o analista aplica a seguinte regra de decisão: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920240"/>
            <a:ext cx="2743200" cy="2788920"/>
          </a:xfrm>
          <a:prstGeom prst="rect">
            <a:avLst/>
          </a:prstGeom>
          <a:solidFill>
            <a:srgbClr val="F1FFF4"/>
          </a:solidFill>
          <a:ln w="1905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920240"/>
            <a:ext cx="27432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029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02920" y="2651760"/>
            <a:ext cx="22860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SUBIR A TAREFA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429000"/>
            <a:ext cx="2286000" cy="91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474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ser lançada no sistema MeuChapa normalmente. Segue o fluxo padrão de alocação.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0" y="1920240"/>
            <a:ext cx="2743200" cy="2788920"/>
          </a:xfrm>
          <a:prstGeom prst="rect">
            <a:avLst/>
          </a:prstGeom>
          <a:solidFill>
            <a:srgbClr val="FFF3F3"/>
          </a:solidFill>
          <a:ln w="190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920240"/>
            <a:ext cx="2743200" cy="731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2029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3429000" y="2651760"/>
            <a:ext cx="22860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PRÓPRIA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9184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SUBIR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29000" y="3429000"/>
            <a:ext cx="2286000" cy="9144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3474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opera com frota própria. A tarefa não é do escopo MeuChapa e não deve ser lançada.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26480" y="1920240"/>
            <a:ext cx="2743200" cy="2788920"/>
          </a:xfrm>
          <a:prstGeom prst="rect">
            <a:avLst/>
          </a:prstGeom>
          <a:solidFill>
            <a:srgbClr val="FFF3F3"/>
          </a:solidFill>
          <a:ln w="190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26480" y="1920240"/>
            <a:ext cx="2743200" cy="731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2029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6355080" y="2651760"/>
            <a:ext cx="228600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MISTA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1792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SUBIR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55080" y="3429000"/>
            <a:ext cx="2286000" cy="9144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63640" y="3474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de frota própria e terceirizada. Por padrão, não sobe até nova instrução.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32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33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43BAF7B7-808E-8B10-BC78-CF0392A97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6–7: Endereços Não Mapeados e Finalização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validação de exceções ao envio final das rotas aprovadas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54864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" y="1664208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5819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endereços não encontrados no Book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1856232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562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093976" y="1828800"/>
            <a:ext cx="6693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os endereços da roteirização que não têm correspondência no Book Logístico.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320" y="213055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130552"/>
            <a:ext cx="54864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" y="2286000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6b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22037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para Larissa Hieda via Teams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2478024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47802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093976" y="2450592"/>
            <a:ext cx="6693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a lista de endereços não mapeados para validação com a Larissa.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275234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752344"/>
            <a:ext cx="54864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3192" y="2907792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6c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1520" y="28254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retorno e aplicar ajustes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3099816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309981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093976" y="3072384"/>
            <a:ext cx="6693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no retorno da Larissa, definir o que sobe ou não sobe.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37413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374136"/>
            <a:ext cx="54864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93192" y="3529584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3192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" y="34472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placas e endereços no grupo 3º TURNO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1520" y="3721608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372160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093976" y="3694176"/>
            <a:ext cx="6693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no grupo as informações de rota aprovadas para acompanhamento.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74320" y="399592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74320" y="3995928"/>
            <a:ext cx="54864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3192" y="41513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3192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7b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31520" y="4069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validação final das rotas pelo Alex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31520" y="43434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1520" y="4343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Umbler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093976" y="4315968"/>
            <a:ext cx="6693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revisa e aprova as rotas no grupo. Após confirmação, o processo está concluído.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274320" y="4654296"/>
            <a:ext cx="859536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74320" y="46542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Variável — depende da velocidade de resposta de Larissa e Alex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9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50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96AAEA80-F6F4-6FF2-854D-8AE5CA612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743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do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 SEARA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13232" y="1691640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4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recebida entre 22h–00h via e-mail de Renato Henrique.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2167128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396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apenas a transportadora Framento antes de qualquer análise.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642616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1518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cada endereço contra o Book Logístico ("cara a crachá").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118104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906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lançamento: CHAPA sobe • PRÓPRIA não sobe • MISTA não sobe.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593592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66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Endereços não mapeados: encaminhar para Larissa Hieda via Teams.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4069080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41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ajustes: enviar placas e endereços no grupo 3º TURNO e aguardar Alex.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20040"/>
            <a:ext cx="2377440" cy="429768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20040"/>
            <a:ext cx="237744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11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Contatos-chave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841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Henrique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1133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SEARA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408176"/>
            <a:ext cx="1463040" cy="21945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4081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1673352"/>
            <a:ext cx="2103120" cy="914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075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 Hieda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3682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endereços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642616"/>
            <a:ext cx="1463040" cy="21945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6426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2907792"/>
            <a:ext cx="2103120" cy="914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602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de rotas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3877056"/>
            <a:ext cx="1463040" cy="21945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8770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Umbler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 •  MeuChapa</a:t>
            </a:r>
            <a:endParaRPr lang="en-US" sz="900" dirty="0"/>
          </a:p>
        </p:txBody>
      </p:sp>
      <p:pic>
        <p:nvPicPr>
          <p:cNvPr id="35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828032"/>
            <a:ext cx="1280160" cy="448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969</Words>
  <Application>Microsoft Office PowerPoint</Application>
  <PresentationFormat>Apresentação na tela (16:9)</PresentationFormat>
  <Paragraphs>190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de Processo SEARA</dc:title>
  <dc:subject>PptxGenJS Presentation</dc:subject>
  <dc:creator>PptxGenJS</dc:creator>
  <cp:lastModifiedBy>W Design</cp:lastModifiedBy>
  <cp:revision>2</cp:revision>
  <dcterms:created xsi:type="dcterms:W3CDTF">2026-06-08T12:31:36Z</dcterms:created>
  <dcterms:modified xsi:type="dcterms:W3CDTF">2026-06-08T13:44:44Z</dcterms:modified>
</cp:coreProperties>
</file>